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60" r:id="rId3"/>
    <p:sldId id="261" r:id="rId4"/>
    <p:sldId id="270" r:id="rId5"/>
    <p:sldId id="271" r:id="rId6"/>
    <p:sldId id="262" r:id="rId7"/>
    <p:sldId id="263" r:id="rId8"/>
    <p:sldId id="264" r:id="rId9"/>
    <p:sldId id="265" r:id="rId10"/>
    <p:sldId id="266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4A1800-1E53-40D6-8926-0173484D9FFE}" v="107" dt="2026-01-12T09:15:38.2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>
        <p:scale>
          <a:sx n="66" d="100"/>
          <a:sy n="66" d="100"/>
        </p:scale>
        <p:origin x="-1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ya j" userId="859d0c6b4ba6f43d" providerId="LiveId" clId="{9883D3BD-340C-4A2F-B1B9-FAF0B69901A0}"/>
    <pc:docChg chg="undo custSel addSld delSld modSld">
      <pc:chgData name="kavya j" userId="859d0c6b4ba6f43d" providerId="LiveId" clId="{9883D3BD-340C-4A2F-B1B9-FAF0B69901A0}" dt="2026-01-12T09:17:26.221" v="350" actId="27636"/>
      <pc:docMkLst>
        <pc:docMk/>
      </pc:docMkLst>
      <pc:sldChg chg="modSp mod">
        <pc:chgData name="kavya j" userId="859d0c6b4ba6f43d" providerId="LiveId" clId="{9883D3BD-340C-4A2F-B1B9-FAF0B69901A0}" dt="2026-01-12T09:16:10.845" v="348" actId="20577"/>
        <pc:sldMkLst>
          <pc:docMk/>
          <pc:sldMk cId="3066724582" sldId="259"/>
        </pc:sldMkLst>
        <pc:spChg chg="mod">
          <ac:chgData name="kavya j" userId="859d0c6b4ba6f43d" providerId="LiveId" clId="{9883D3BD-340C-4A2F-B1B9-FAF0B69901A0}" dt="2026-01-12T09:13:17.083" v="341" actId="113"/>
          <ac:spMkLst>
            <pc:docMk/>
            <pc:sldMk cId="3066724582" sldId="259"/>
            <ac:spMk id="8" creationId="{00000000-0000-0000-0000-000000000000}"/>
          </ac:spMkLst>
        </pc:spChg>
        <pc:spChg chg="mod">
          <ac:chgData name="kavya j" userId="859d0c6b4ba6f43d" providerId="LiveId" clId="{9883D3BD-340C-4A2F-B1B9-FAF0B69901A0}" dt="2026-01-12T09:15:38.226" v="344"/>
          <ac:spMkLst>
            <pc:docMk/>
            <pc:sldMk cId="3066724582" sldId="259"/>
            <ac:spMk id="9" creationId="{00000000-0000-0000-0000-000000000000}"/>
          </ac:spMkLst>
        </pc:spChg>
        <pc:spChg chg="mod">
          <ac:chgData name="kavya j" userId="859d0c6b4ba6f43d" providerId="LiveId" clId="{9883D3BD-340C-4A2F-B1B9-FAF0B69901A0}" dt="2026-01-12T09:16:10.845" v="348" actId="20577"/>
          <ac:spMkLst>
            <pc:docMk/>
            <pc:sldMk cId="3066724582" sldId="259"/>
            <ac:spMk id="90" creationId="{00000000-0000-0000-0000-000000000000}"/>
          </ac:spMkLst>
        </pc:spChg>
        <pc:graphicFrameChg chg="modGraphic">
          <ac:chgData name="kavya j" userId="859d0c6b4ba6f43d" providerId="LiveId" clId="{9883D3BD-340C-4A2F-B1B9-FAF0B69901A0}" dt="2026-01-09T09:44:30.214" v="28" actId="20577"/>
          <ac:graphicFrameMkLst>
            <pc:docMk/>
            <pc:sldMk cId="3066724582" sldId="259"/>
            <ac:graphicFrameMk id="10" creationId="{00000000-0000-0000-0000-000000000000}"/>
          </ac:graphicFrameMkLst>
        </pc:graphicFrameChg>
      </pc:sldChg>
      <pc:sldChg chg="modSp mod">
        <pc:chgData name="kavya j" userId="859d0c6b4ba6f43d" providerId="LiveId" clId="{9883D3BD-340C-4A2F-B1B9-FAF0B69901A0}" dt="2026-01-12T07:37:37.038" v="103" actId="14100"/>
        <pc:sldMkLst>
          <pc:docMk/>
          <pc:sldMk cId="1558138914" sldId="261"/>
        </pc:sldMkLst>
        <pc:spChg chg="mod">
          <ac:chgData name="kavya j" userId="859d0c6b4ba6f43d" providerId="LiveId" clId="{9883D3BD-340C-4A2F-B1B9-FAF0B69901A0}" dt="2026-01-12T07:37:37.038" v="103" actId="14100"/>
          <ac:spMkLst>
            <pc:docMk/>
            <pc:sldMk cId="1558138914" sldId="261"/>
            <ac:spMk id="3" creationId="{00000000-0000-0000-0000-000000000000}"/>
          </ac:spMkLst>
        </pc:spChg>
      </pc:sldChg>
      <pc:sldChg chg="modSp mod">
        <pc:chgData name="kavya j" userId="859d0c6b4ba6f43d" providerId="LiveId" clId="{9883D3BD-340C-4A2F-B1B9-FAF0B69901A0}" dt="2026-01-12T07:43:41.012" v="149" actId="1076"/>
        <pc:sldMkLst>
          <pc:docMk/>
          <pc:sldMk cId="658682123" sldId="262"/>
        </pc:sldMkLst>
        <pc:spChg chg="mod">
          <ac:chgData name="kavya j" userId="859d0c6b4ba6f43d" providerId="LiveId" clId="{9883D3BD-340C-4A2F-B1B9-FAF0B69901A0}" dt="2026-01-12T07:43:41.012" v="149" actId="1076"/>
          <ac:spMkLst>
            <pc:docMk/>
            <pc:sldMk cId="658682123" sldId="262"/>
            <ac:spMk id="3" creationId="{00000000-0000-0000-0000-000000000000}"/>
          </ac:spMkLst>
        </pc:spChg>
      </pc:sldChg>
      <pc:sldChg chg="addSp delSp modSp mod">
        <pc:chgData name="kavya j" userId="859d0c6b4ba6f43d" providerId="LiveId" clId="{9883D3BD-340C-4A2F-B1B9-FAF0B69901A0}" dt="2026-01-12T07:47:29.591" v="158" actId="1076"/>
        <pc:sldMkLst>
          <pc:docMk/>
          <pc:sldMk cId="2510696604" sldId="263"/>
        </pc:sldMkLst>
        <pc:spChg chg="del mod">
          <ac:chgData name="kavya j" userId="859d0c6b4ba6f43d" providerId="LiveId" clId="{9883D3BD-340C-4A2F-B1B9-FAF0B69901A0}" dt="2026-01-12T07:46:14.819" v="154"/>
          <ac:spMkLst>
            <pc:docMk/>
            <pc:sldMk cId="2510696604" sldId="263"/>
            <ac:spMk id="3" creationId="{00000000-0000-0000-0000-000000000000}"/>
          </ac:spMkLst>
        </pc:spChg>
        <pc:spChg chg="add">
          <ac:chgData name="kavya j" userId="859d0c6b4ba6f43d" providerId="LiveId" clId="{9883D3BD-340C-4A2F-B1B9-FAF0B69901A0}" dt="2026-01-12T07:45:55.267" v="150"/>
          <ac:spMkLst>
            <pc:docMk/>
            <pc:sldMk cId="2510696604" sldId="263"/>
            <ac:spMk id="5" creationId="{E1A9CF89-669A-7D88-8D80-55A3F396672E}"/>
          </ac:spMkLst>
        </pc:spChg>
        <pc:spChg chg="add">
          <ac:chgData name="kavya j" userId="859d0c6b4ba6f43d" providerId="LiveId" clId="{9883D3BD-340C-4A2F-B1B9-FAF0B69901A0}" dt="2026-01-12T07:46:05.699" v="152"/>
          <ac:spMkLst>
            <pc:docMk/>
            <pc:sldMk cId="2510696604" sldId="263"/>
            <ac:spMk id="6" creationId="{A7885767-CFAF-A1B6-2083-3653DA935344}"/>
          </ac:spMkLst>
        </pc:spChg>
        <pc:spChg chg="add mod">
          <ac:chgData name="kavya j" userId="859d0c6b4ba6f43d" providerId="LiveId" clId="{9883D3BD-340C-4A2F-B1B9-FAF0B69901A0}" dt="2026-01-12T07:47:29.591" v="158" actId="1076"/>
          <ac:spMkLst>
            <pc:docMk/>
            <pc:sldMk cId="2510696604" sldId="263"/>
            <ac:spMk id="7" creationId="{5EA03FF9-4514-DD9D-A319-22389FFB0B69}"/>
          </ac:spMkLst>
        </pc:spChg>
      </pc:sldChg>
      <pc:sldChg chg="modSp mod">
        <pc:chgData name="kavya j" userId="859d0c6b4ba6f43d" providerId="LiveId" clId="{9883D3BD-340C-4A2F-B1B9-FAF0B69901A0}" dt="2026-01-12T07:51:48.101" v="162" actId="27636"/>
        <pc:sldMkLst>
          <pc:docMk/>
          <pc:sldMk cId="1206156993" sldId="264"/>
        </pc:sldMkLst>
        <pc:spChg chg="mod">
          <ac:chgData name="kavya j" userId="859d0c6b4ba6f43d" providerId="LiveId" clId="{9883D3BD-340C-4A2F-B1B9-FAF0B69901A0}" dt="2026-01-12T07:51:48.101" v="162" actId="27636"/>
          <ac:spMkLst>
            <pc:docMk/>
            <pc:sldMk cId="1206156993" sldId="264"/>
            <ac:spMk id="3" creationId="{00000000-0000-0000-0000-000000000000}"/>
          </ac:spMkLst>
        </pc:spChg>
      </pc:sldChg>
      <pc:sldChg chg="addSp delSp modSp mod">
        <pc:chgData name="kavya j" userId="859d0c6b4ba6f43d" providerId="LiveId" clId="{9883D3BD-340C-4A2F-B1B9-FAF0B69901A0}" dt="2026-01-12T07:53:38.960" v="181" actId="1076"/>
        <pc:sldMkLst>
          <pc:docMk/>
          <pc:sldMk cId="2516334746" sldId="265"/>
        </pc:sldMkLst>
        <pc:spChg chg="del mod">
          <ac:chgData name="kavya j" userId="859d0c6b4ba6f43d" providerId="LiveId" clId="{9883D3BD-340C-4A2F-B1B9-FAF0B69901A0}" dt="2026-01-12T07:52:42.549" v="171"/>
          <ac:spMkLst>
            <pc:docMk/>
            <pc:sldMk cId="2516334746" sldId="265"/>
            <ac:spMk id="3" creationId="{00000000-0000-0000-0000-000000000000}"/>
          </ac:spMkLst>
        </pc:spChg>
        <pc:spChg chg="add">
          <ac:chgData name="kavya j" userId="859d0c6b4ba6f43d" providerId="LiveId" clId="{9883D3BD-340C-4A2F-B1B9-FAF0B69901A0}" dt="2026-01-12T07:52:28.742" v="163"/>
          <ac:spMkLst>
            <pc:docMk/>
            <pc:sldMk cId="2516334746" sldId="265"/>
            <ac:spMk id="5" creationId="{950FF1A7-AEB3-055D-2B1A-F397E9D14AD3}"/>
          </ac:spMkLst>
        </pc:spChg>
        <pc:spChg chg="add">
          <ac:chgData name="kavya j" userId="859d0c6b4ba6f43d" providerId="LiveId" clId="{9883D3BD-340C-4A2F-B1B9-FAF0B69901A0}" dt="2026-01-12T07:52:33.598" v="164"/>
          <ac:spMkLst>
            <pc:docMk/>
            <pc:sldMk cId="2516334746" sldId="265"/>
            <ac:spMk id="6" creationId="{3252B442-D454-FDED-4EF6-F1DCEF10FEBB}"/>
          </ac:spMkLst>
        </pc:spChg>
        <pc:spChg chg="add">
          <ac:chgData name="kavya j" userId="859d0c6b4ba6f43d" providerId="LiveId" clId="{9883D3BD-340C-4A2F-B1B9-FAF0B69901A0}" dt="2026-01-12T07:52:37.777" v="169"/>
          <ac:spMkLst>
            <pc:docMk/>
            <pc:sldMk cId="2516334746" sldId="265"/>
            <ac:spMk id="7" creationId="{38F8ECDF-F69B-7F19-66AE-8244C73F8A44}"/>
          </ac:spMkLst>
        </pc:spChg>
        <pc:spChg chg="add mod">
          <ac:chgData name="kavya j" userId="859d0c6b4ba6f43d" providerId="LiveId" clId="{9883D3BD-340C-4A2F-B1B9-FAF0B69901A0}" dt="2026-01-12T07:53:38.960" v="181" actId="1076"/>
          <ac:spMkLst>
            <pc:docMk/>
            <pc:sldMk cId="2516334746" sldId="265"/>
            <ac:spMk id="8" creationId="{4D017F54-6D28-98A4-9CB3-6209284D5842}"/>
          </ac:spMkLst>
        </pc:spChg>
      </pc:sldChg>
      <pc:sldChg chg="addSp delSp modSp mod">
        <pc:chgData name="kavya j" userId="859d0c6b4ba6f43d" providerId="LiveId" clId="{9883D3BD-340C-4A2F-B1B9-FAF0B69901A0}" dt="2026-01-12T08:59:36.685" v="328"/>
        <pc:sldMkLst>
          <pc:docMk/>
          <pc:sldMk cId="3497100239" sldId="266"/>
        </pc:sldMkLst>
        <pc:spChg chg="add del">
          <ac:chgData name="kavya j" userId="859d0c6b4ba6f43d" providerId="LiveId" clId="{9883D3BD-340C-4A2F-B1B9-FAF0B69901A0}" dt="2026-01-12T08:55:47.660" v="281"/>
          <ac:spMkLst>
            <pc:docMk/>
            <pc:sldMk cId="3497100239" sldId="266"/>
            <ac:spMk id="3" creationId="{BFC781B8-8499-F4A8-D03E-A1A599DAD2B2}"/>
          </ac:spMkLst>
        </pc:spChg>
        <pc:spChg chg="add del mod">
          <ac:chgData name="kavya j" userId="859d0c6b4ba6f43d" providerId="LiveId" clId="{9883D3BD-340C-4A2F-B1B9-FAF0B69901A0}" dt="2026-01-12T08:55:47.659" v="279" actId="478"/>
          <ac:spMkLst>
            <pc:docMk/>
            <pc:sldMk cId="3497100239" sldId="266"/>
            <ac:spMk id="5" creationId="{E191ACF6-C903-164A-908E-85DBEE059096}"/>
          </ac:spMkLst>
        </pc:spChg>
        <pc:spChg chg="add del mod">
          <ac:chgData name="kavya j" userId="859d0c6b4ba6f43d" providerId="LiveId" clId="{9883D3BD-340C-4A2F-B1B9-FAF0B69901A0}" dt="2026-01-12T08:56:11.851" v="288"/>
          <ac:spMkLst>
            <pc:docMk/>
            <pc:sldMk cId="3497100239" sldId="266"/>
            <ac:spMk id="7" creationId="{3359A9AF-9F1C-CEB3-A1BA-DB44FD22ECB5}"/>
          </ac:spMkLst>
        </pc:spChg>
        <pc:spChg chg="add mod">
          <ac:chgData name="kavya j" userId="859d0c6b4ba6f43d" providerId="LiveId" clId="{9883D3BD-340C-4A2F-B1B9-FAF0B69901A0}" dt="2026-01-12T08:56:23.736" v="290" actId="767"/>
          <ac:spMkLst>
            <pc:docMk/>
            <pc:sldMk cId="3497100239" sldId="266"/>
            <ac:spMk id="9" creationId="{0A7F6B41-9F7B-24A6-A224-F8DD19C56CD0}"/>
          </ac:spMkLst>
        </pc:spChg>
        <pc:spChg chg="add mod">
          <ac:chgData name="kavya j" userId="859d0c6b4ba6f43d" providerId="LiveId" clId="{9883D3BD-340C-4A2F-B1B9-FAF0B69901A0}" dt="2026-01-12T08:57:48.633" v="312" actId="1076"/>
          <ac:spMkLst>
            <pc:docMk/>
            <pc:sldMk cId="3497100239" sldId="266"/>
            <ac:spMk id="10" creationId="{D174E72F-33C6-2287-FD84-8A4942CF9C14}"/>
          </ac:spMkLst>
        </pc:spChg>
        <pc:spChg chg="add mod">
          <ac:chgData name="kavya j" userId="859d0c6b4ba6f43d" providerId="LiveId" clId="{9883D3BD-340C-4A2F-B1B9-FAF0B69901A0}" dt="2026-01-12T08:59:04.684" v="325"/>
          <ac:spMkLst>
            <pc:docMk/>
            <pc:sldMk cId="3497100239" sldId="266"/>
            <ac:spMk id="11" creationId="{902FAF2F-40F2-3C78-4D2F-AC189B340190}"/>
          </ac:spMkLst>
        </pc:spChg>
        <pc:spChg chg="add mod">
          <ac:chgData name="kavya j" userId="859d0c6b4ba6f43d" providerId="LiveId" clId="{9883D3BD-340C-4A2F-B1B9-FAF0B69901A0}" dt="2026-01-12T08:58:22.522" v="316"/>
          <ac:spMkLst>
            <pc:docMk/>
            <pc:sldMk cId="3497100239" sldId="266"/>
            <ac:spMk id="12" creationId="{1104EDCE-9EF7-CCD8-119C-CFD5BA01CB69}"/>
          </ac:spMkLst>
        </pc:spChg>
        <pc:spChg chg="add mod">
          <ac:chgData name="kavya j" userId="859d0c6b4ba6f43d" providerId="LiveId" clId="{9883D3BD-340C-4A2F-B1B9-FAF0B69901A0}" dt="2026-01-12T08:59:36.685" v="328"/>
          <ac:spMkLst>
            <pc:docMk/>
            <pc:sldMk cId="3497100239" sldId="266"/>
            <ac:spMk id="13" creationId="{04AD659B-A25D-ABA2-D096-546A96319C03}"/>
          </ac:spMkLst>
        </pc:spChg>
        <pc:graphicFrameChg chg="mod modGraphic">
          <ac:chgData name="kavya j" userId="859d0c6b4ba6f43d" providerId="LiveId" clId="{9883D3BD-340C-4A2F-B1B9-FAF0B69901A0}" dt="2026-01-12T08:58:43.090" v="321" actId="20577"/>
          <ac:graphicFrameMkLst>
            <pc:docMk/>
            <pc:sldMk cId="3497100239" sldId="266"/>
            <ac:graphicFrameMk id="8" creationId="{00000000-0000-0000-0000-000000000000}"/>
          </ac:graphicFrameMkLst>
        </pc:graphicFrameChg>
      </pc:sldChg>
      <pc:sldChg chg="del">
        <pc:chgData name="kavya j" userId="859d0c6b4ba6f43d" providerId="LiveId" clId="{9883D3BD-340C-4A2F-B1B9-FAF0B69901A0}" dt="2026-01-12T09:00:24.596" v="329" actId="2696"/>
        <pc:sldMkLst>
          <pc:docMk/>
          <pc:sldMk cId="295621377" sldId="267"/>
        </pc:sldMkLst>
      </pc:sldChg>
      <pc:sldChg chg="modSp new mod">
        <pc:chgData name="kavya j" userId="859d0c6b4ba6f43d" providerId="LiveId" clId="{9883D3BD-340C-4A2F-B1B9-FAF0B69901A0}" dt="2026-01-12T07:39:12.116" v="119" actId="1076"/>
        <pc:sldMkLst>
          <pc:docMk/>
          <pc:sldMk cId="2675102298" sldId="270"/>
        </pc:sldMkLst>
        <pc:spChg chg="mod">
          <ac:chgData name="kavya j" userId="859d0c6b4ba6f43d" providerId="LiveId" clId="{9883D3BD-340C-4A2F-B1B9-FAF0B69901A0}" dt="2026-01-12T07:38:41.451" v="110" actId="1076"/>
          <ac:spMkLst>
            <pc:docMk/>
            <pc:sldMk cId="2675102298" sldId="270"/>
            <ac:spMk id="2" creationId="{D8F21035-5CFE-99F0-0730-4C3A6ED399C2}"/>
          </ac:spMkLst>
        </pc:spChg>
        <pc:spChg chg="mod">
          <ac:chgData name="kavya j" userId="859d0c6b4ba6f43d" providerId="LiveId" clId="{9883D3BD-340C-4A2F-B1B9-FAF0B69901A0}" dt="2026-01-12T07:39:12.116" v="119" actId="1076"/>
          <ac:spMkLst>
            <pc:docMk/>
            <pc:sldMk cId="2675102298" sldId="270"/>
            <ac:spMk id="3" creationId="{716E5F43-DE73-3B05-D375-ADD160251AE4}"/>
          </ac:spMkLst>
        </pc:spChg>
      </pc:sldChg>
      <pc:sldChg chg="modSp new mod">
        <pc:chgData name="kavya j" userId="859d0c6b4ba6f43d" providerId="LiveId" clId="{9883D3BD-340C-4A2F-B1B9-FAF0B69901A0}" dt="2026-01-12T09:17:26.221" v="350" actId="27636"/>
        <pc:sldMkLst>
          <pc:docMk/>
          <pc:sldMk cId="122071790" sldId="271"/>
        </pc:sldMkLst>
        <pc:spChg chg="mod">
          <ac:chgData name="kavya j" userId="859d0c6b4ba6f43d" providerId="LiveId" clId="{9883D3BD-340C-4A2F-B1B9-FAF0B69901A0}" dt="2026-01-12T07:39:35.890" v="122"/>
          <ac:spMkLst>
            <pc:docMk/>
            <pc:sldMk cId="122071790" sldId="271"/>
            <ac:spMk id="2" creationId="{CEF8DA80-9419-62A3-8AC2-6361E06F71B0}"/>
          </ac:spMkLst>
        </pc:spChg>
        <pc:spChg chg="mod">
          <ac:chgData name="kavya j" userId="859d0c6b4ba6f43d" providerId="LiveId" clId="{9883D3BD-340C-4A2F-B1B9-FAF0B69901A0}" dt="2026-01-12T09:17:26.221" v="350" actId="27636"/>
          <ac:spMkLst>
            <pc:docMk/>
            <pc:sldMk cId="122071790" sldId="271"/>
            <ac:spMk id="3" creationId="{8253956C-D0CF-1ED5-2B31-8A5C66786F8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custT="1"/>
      <dgm:spPr/>
      <dgm:t>
        <a:bodyPr/>
        <a:lstStyle/>
        <a:p>
          <a:pPr algn="l">
            <a:buNone/>
          </a:pPr>
          <a:r>
            <a:rPr lang="en-US" sz="1300" dirty="0"/>
            <a:t>Learned HTML and CSS fundamentals and developed a basic responsive portfolio website to strengthen front-end skills.</a:t>
          </a:r>
          <a:endParaRPr lang="en-US" sz="13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pPr algn="l">
            <a:buNone/>
          </a:pPr>
          <a:r>
            <a:rPr lang="en-US" b="0" dirty="0"/>
            <a:t>Assigned a company project and started working on the </a:t>
          </a:r>
          <a:r>
            <a:rPr lang="en-US" b="1" dirty="0"/>
            <a:t>front-end development</a:t>
          </a:r>
          <a:r>
            <a:rPr lang="en-US" b="0" dirty="0"/>
            <a:t>, with the project currently in progress.</a:t>
          </a:r>
          <a:endParaRPr lang="en-US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8DA47E78-0999-47E4-B6E2-FD720527C3CB}">
      <dgm:prSet/>
      <dgm:spPr/>
      <dgm:t>
        <a:bodyPr/>
        <a:lstStyle/>
        <a:p>
          <a:pPr>
            <a:buNone/>
          </a:pPr>
          <a:endParaRPr lang="en-US" dirty="0"/>
        </a:p>
      </dgm:t>
    </dgm:pt>
    <dgm:pt modelId="{E0D0E0BB-FC7A-4D11-ADFE-25F81A8CA5B0}" type="parTrans" cxnId="{9A5D6570-3C1D-4424-A7C1-72CF9F10775F}">
      <dgm:prSet/>
      <dgm:spPr/>
      <dgm:t>
        <a:bodyPr/>
        <a:lstStyle/>
        <a:p>
          <a:endParaRPr lang="en-US"/>
        </a:p>
      </dgm:t>
    </dgm:pt>
    <dgm:pt modelId="{6D26F4DC-A1F3-48C9-A7D5-30310491736E}" type="sibTrans" cxnId="{9A5D6570-3C1D-4424-A7C1-72CF9F10775F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 custScaleY="98497" custLinFactNeighborX="-125" custLinFactNeighborY="-1000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 custLinFactNeighborY="-963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 custScaleX="93755" custScaleY="9831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29647205-2CED-4B55-9EFF-61FBECB5F4C5}" type="presOf" srcId="{8DA47E78-0999-47E4-B6E2-FD720527C3CB}" destId="{98225A61-A0EC-450A-BED8-EF2E47E8FD18}" srcOrd="1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9A5D6570-3C1D-4424-A7C1-72CF9F10775F}" srcId="{5E92505A-51E0-4F78-B3C5-704ACF8710DE}" destId="{8DA47E78-0999-47E4-B6E2-FD720527C3CB}" srcOrd="0" destOrd="0" parTransId="{E0D0E0BB-FC7A-4D11-ADFE-25F81A8CA5B0}" sibTransId="{6D26F4DC-A1F3-48C9-A7D5-30310491736E}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385E4B83-1BDE-41B0-898B-F1E2673EA690}" type="presOf" srcId="{8DA47E78-0999-47E4-B6E2-FD720527C3CB}" destId="{FC0F1314-3294-4A8C-8DCE-EB53E236164C}" srcOrd="0" destOrd="0" presId="urn:microsoft.com/office/officeart/2011/layout/InterconnectedBlockProcess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18638" y="804579"/>
          <a:ext cx="1278320" cy="2798040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0904" y="804579"/>
        <a:ext cx="1116055" cy="2798040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786236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Assigned a company project and started working on the </a:t>
          </a:r>
          <a:r>
            <a:rPr lang="en-US" sz="1400" b="1" kern="1200" dirty="0"/>
            <a:t>front-end development</a:t>
          </a:r>
          <a:r>
            <a:rPr lang="en-US" sz="1400" b="0" kern="1200" dirty="0"/>
            <a:t>, with the project currently in progress.</a:t>
          </a:r>
          <a:endParaRPr lang="en-US" sz="14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786236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103510" y="832153"/>
          <a:ext cx="1198489" cy="2393888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Learned HTML and CSS fundamentals and developed a basic responsive portfolio website to strengthen front-end skills.</a:t>
          </a: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55642" y="832153"/>
        <a:ext cx="1046357" cy="2393888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12/01/2026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12-01-2026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12-01-2026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12-01-2026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12-01-2026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12-01-2026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12-01-2026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12-01-2026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12-01-2026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12-01-2026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12-01-2026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12-01-2026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12-01-2026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7274859" y="1728069"/>
            <a:ext cx="3226886" cy="2218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  <a:sym typeface="Verdan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Ms. </a:t>
            </a:r>
            <a:r>
              <a:rPr lang="en-US" sz="1700" b="1" dirty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Thabassum</a:t>
            </a:r>
            <a:r>
              <a:rPr lang="en-US" sz="17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Khan</a:t>
            </a:r>
            <a:endParaRPr sz="1700" b="1" dirty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Computer Science Technology(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Big data)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Dr.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Pravinth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Raja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Ms. Nisha Robin Rohit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/>
              <a:t>Design and Development of a React-Based Front-End Web Application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679774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KAVYA  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20221CBD0023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8CBD1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773578" cy="4408318"/>
          </a:xfrm>
        </p:spPr>
        <p:txBody>
          <a:bodyPr/>
          <a:lstStyle/>
          <a:p>
            <a:r>
              <a:rPr lang="en-US" b="1" dirty="0" err="1"/>
              <a:t>Revonextsoft</a:t>
            </a:r>
            <a:br>
              <a:rPr lang="en-US" dirty="0"/>
            </a:br>
            <a:r>
              <a:rPr lang="en-US" i="1" dirty="0"/>
              <a:t>A Revolution in Next Generation Software Development</a:t>
            </a:r>
            <a:endParaRPr lang="en-US" dirty="0"/>
          </a:p>
          <a:p>
            <a:r>
              <a:rPr lang="en-US" dirty="0" err="1"/>
              <a:t>Revonextsoft</a:t>
            </a:r>
            <a:r>
              <a:rPr lang="en-US" dirty="0"/>
              <a:t> is a technology-driven software company focused on delivering innovative, scalable, and future-ready digital solutions. The organization emphasizes modern software development practices, quality-driven processes, and continuous learning to adapt to rapidly evolving technologies.</a:t>
            </a:r>
          </a:p>
          <a:p>
            <a:r>
              <a:rPr lang="en-US" dirty="0" err="1"/>
              <a:t>Revonextsoft</a:t>
            </a:r>
            <a:r>
              <a:rPr lang="en-US" dirty="0"/>
              <a:t> operates with a vision to empower businesses through smart digital transformation while fostering a strong technical culture for innovation and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21035-5CFE-99F0-0730-4C3A6ED39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368" y="389330"/>
            <a:ext cx="10515600" cy="1325563"/>
          </a:xfrm>
        </p:spPr>
        <p:txBody>
          <a:bodyPr/>
          <a:lstStyle/>
          <a:p>
            <a:r>
              <a:rPr lang="en-US" b="1" dirty="0"/>
              <a:t>Services &amp; Product Focus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E5F43-DE73-3B05-D375-ADD160251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827" y="1478411"/>
            <a:ext cx="11512625" cy="4990259"/>
          </a:xfrm>
        </p:spPr>
        <p:txBody>
          <a:bodyPr>
            <a:normAutofit/>
          </a:bodyPr>
          <a:lstStyle/>
          <a:p>
            <a:r>
              <a:rPr lang="en-US" dirty="0" err="1"/>
              <a:t>Revonextsoft</a:t>
            </a:r>
            <a:r>
              <a:rPr lang="en-US" dirty="0"/>
              <a:t> specializes in a wide range of software development and IT services, including:</a:t>
            </a:r>
          </a:p>
          <a:p>
            <a:r>
              <a:rPr lang="en-US" dirty="0"/>
              <a:t>Web Application Development</a:t>
            </a:r>
          </a:p>
          <a:p>
            <a:r>
              <a:rPr lang="en-US" dirty="0"/>
              <a:t>Front-End and Full-Stack Solutions</a:t>
            </a:r>
          </a:p>
          <a:p>
            <a:r>
              <a:rPr lang="en-US" dirty="0"/>
              <a:t>UI/UX Design and User-Centered Interfaces</a:t>
            </a:r>
          </a:p>
          <a:p>
            <a:r>
              <a:rPr lang="en-US" dirty="0"/>
              <a:t>Custom Software Development</a:t>
            </a:r>
          </a:p>
          <a:p>
            <a:r>
              <a:rPr lang="en-US" dirty="0"/>
              <a:t>Technology Consulting and Support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912E0-54B4-1D2B-CBDC-881315076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12-01-2026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A6D1A1-38A4-CEC0-6B2D-2DF976B8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5102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8DA80-9419-62A3-8AC2-6361E06F7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Organizational Structure &amp; Internship Exposure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3956C-D0CF-1ED5-2B31-8A5C66786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Revonextsoft</a:t>
            </a:r>
            <a:r>
              <a:rPr lang="en-US" dirty="0"/>
              <a:t> functions as a parent organization with </a:t>
            </a:r>
            <a:r>
              <a:rPr lang="en-US" b="1" dirty="0"/>
              <a:t>multiple companies/units operating under it</a:t>
            </a:r>
            <a:r>
              <a:rPr lang="en-US" dirty="0"/>
              <a:t>, each focusing on different technology domains and services.</a:t>
            </a:r>
          </a:p>
          <a:p>
            <a:r>
              <a:rPr lang="en-US" dirty="0"/>
              <a:t>As a new intern who joined on </a:t>
            </a:r>
            <a:r>
              <a:rPr lang="en-US" b="1" dirty="0"/>
              <a:t>January 5</a:t>
            </a:r>
            <a:r>
              <a:rPr lang="en-US" dirty="0"/>
              <a:t>, the initial phase involved:</a:t>
            </a:r>
          </a:p>
          <a:p>
            <a:r>
              <a:rPr lang="en-US" dirty="0"/>
              <a:t>Understanding the company structure and work culture</a:t>
            </a:r>
          </a:p>
          <a:p>
            <a:r>
              <a:rPr lang="en-US" dirty="0"/>
              <a:t>Learning about the various companies operating under </a:t>
            </a:r>
            <a:r>
              <a:rPr lang="en-US" dirty="0" err="1"/>
              <a:t>Revonextsoft</a:t>
            </a:r>
            <a:endParaRPr lang="en-US" dirty="0"/>
          </a:p>
          <a:p>
            <a:r>
              <a:rPr lang="en-US" dirty="0"/>
              <a:t>Since project allocation is still in progress, this phase has been essential for orientation, learning, and aligning with the company’s vision and technical environment.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DA384-EF28-3E59-9752-F6D8DBD42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12-01-2026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2A9BE-CB6C-A068-1623-340DF1D51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071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313" y="1349619"/>
            <a:ext cx="11347373" cy="6064733"/>
          </a:xfrm>
        </p:spPr>
        <p:txBody>
          <a:bodyPr>
            <a:normAutofit/>
          </a:bodyPr>
          <a:lstStyle/>
          <a:p>
            <a:r>
              <a:rPr lang="en-US" b="1" dirty="0"/>
              <a:t>Domain:</a:t>
            </a:r>
            <a:r>
              <a:rPr lang="en-US" dirty="0"/>
              <a:t> Front-End Development</a:t>
            </a:r>
          </a:p>
          <a:p>
            <a:r>
              <a:rPr lang="en-US" b="1" dirty="0"/>
              <a:t>Technology:</a:t>
            </a:r>
            <a:r>
              <a:rPr lang="en-US" dirty="0"/>
              <a:t> HTML, CSS, React.js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During the first week, the focus was on </a:t>
            </a:r>
            <a:r>
              <a:rPr lang="en-US" b="1" dirty="0"/>
              <a:t>HTML and CSS fundamentals</a:t>
            </a:r>
            <a:r>
              <a:rPr lang="en-US" dirty="0"/>
              <a:t>, where we designed a </a:t>
            </a:r>
            <a:r>
              <a:rPr lang="en-US" b="1" dirty="0"/>
              <a:t>personal portfolio website</a:t>
            </a:r>
            <a:r>
              <a:rPr lang="en-US" dirty="0"/>
              <a:t> to understand layout, styling, and responsiveness. Currently, we are learning </a:t>
            </a:r>
            <a:r>
              <a:rPr lang="en-US" b="1" dirty="0"/>
              <a:t>React.js</a:t>
            </a:r>
            <a:r>
              <a:rPr lang="en-US" dirty="0"/>
              <a:t>, as the main project will be React-based. React enables </a:t>
            </a:r>
            <a:r>
              <a:rPr lang="en-US" b="1" dirty="0"/>
              <a:t>component-based development</a:t>
            </a:r>
            <a:r>
              <a:rPr lang="en-US" dirty="0"/>
              <a:t>, better performance, and dynamic user interfaces, making it important for modern front-end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EA03FF9-4514-DD9D-A319-22389FFB0B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3964" y="1743616"/>
            <a:ext cx="10515599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structure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yet to be finalized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allocation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progress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 tasks and learning activities are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assigned centrally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work updates are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reported to Jibin Sir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Jibin Sir is responsible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assignment, guidance, and monitoring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 is also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senior employee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organization</a:t>
            </a:r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401185"/>
          </a:xfrm>
        </p:spPr>
        <p:txBody>
          <a:bodyPr>
            <a:normAutofit/>
          </a:bodyPr>
          <a:lstStyle/>
          <a:p>
            <a:r>
              <a:rPr lang="en-US" dirty="0"/>
              <a:t>Internship search was done </a:t>
            </a:r>
            <a:r>
              <a:rPr lang="en-US" b="1" dirty="0"/>
              <a:t>manually through Google</a:t>
            </a:r>
            <a:endParaRPr lang="en-US" dirty="0"/>
          </a:p>
          <a:p>
            <a:r>
              <a:rPr lang="en-US" dirty="0"/>
              <a:t>Contacted HR directly and </a:t>
            </a:r>
            <a:r>
              <a:rPr lang="en-US" b="1" dirty="0"/>
              <a:t>walked in for the interview</a:t>
            </a:r>
            <a:endParaRPr lang="en-US" dirty="0"/>
          </a:p>
          <a:p>
            <a:r>
              <a:rPr lang="en-US" dirty="0"/>
              <a:t>Interview opportunity was for </a:t>
            </a:r>
            <a:r>
              <a:rPr lang="en-US" b="1" dirty="0"/>
              <a:t>Front-End / Full-Stack Development Intern</a:t>
            </a:r>
            <a:endParaRPr lang="en-US" dirty="0"/>
          </a:p>
          <a:p>
            <a:r>
              <a:rPr lang="en-US" dirty="0"/>
              <a:t>Major challenge was </a:t>
            </a:r>
            <a:r>
              <a:rPr lang="en-US" b="1" dirty="0"/>
              <a:t>submitting required documents before deadlines</a:t>
            </a:r>
            <a:r>
              <a:rPr lang="en-US" dirty="0"/>
              <a:t> for both college and office</a:t>
            </a:r>
          </a:p>
          <a:p>
            <a:r>
              <a:rPr lang="en-US" dirty="0"/>
              <a:t>Initial adjustment was needed as </a:t>
            </a:r>
            <a:r>
              <a:rPr lang="en-US" b="1" dirty="0"/>
              <a:t>team members were new</a:t>
            </a:r>
            <a:endParaRPr lang="en-US" dirty="0"/>
          </a:p>
          <a:p>
            <a:r>
              <a:rPr lang="en-US" dirty="0"/>
              <a:t>Colleagues were </a:t>
            </a:r>
            <a:r>
              <a:rPr lang="en-US" b="1" dirty="0"/>
              <a:t>friendly and supportive</a:t>
            </a:r>
            <a:r>
              <a:rPr lang="en-US" dirty="0"/>
              <a:t>, which made adaptation easier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4D017F54-6D28-98A4-9CB3-6209284D58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68905"/>
            <a:ext cx="8449018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build a strong foundation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Front-End Development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apply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HTML and CSS concepts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real-time projects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design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responsive personal portfolio website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gain hands-on experience with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modern UI practices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learn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React.js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developing dynamic web applications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prepare for contributing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future project development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6387937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74E72F-33C6-2287-FD84-8A4942CF9C14}"/>
              </a:ext>
            </a:extLst>
          </p:cNvPr>
          <p:cNvSpPr txBox="1"/>
          <p:nvPr/>
        </p:nvSpPr>
        <p:spPr>
          <a:xfrm>
            <a:off x="5621867" y="2027919"/>
            <a:ext cx="1202266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Submitted the website for </a:t>
            </a:r>
            <a:r>
              <a:rPr lang="en-US" sz="1300" b="1" dirty="0"/>
              <a:t>testing</a:t>
            </a:r>
            <a:r>
              <a:rPr lang="en-US" sz="1300" dirty="0"/>
              <a:t>, worked on </a:t>
            </a:r>
            <a:r>
              <a:rPr lang="en-US" sz="1300" b="1" dirty="0"/>
              <a:t>corrections and re-corrections</a:t>
            </a:r>
            <a:r>
              <a:rPr lang="en-US" sz="1300" dirty="0"/>
              <a:t>, and improved functionality and UI based on feedback.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2FAF2F-40F2-3C78-4D2F-AC189B340190}"/>
              </a:ext>
            </a:extLst>
          </p:cNvPr>
          <p:cNvSpPr txBox="1"/>
          <p:nvPr/>
        </p:nvSpPr>
        <p:spPr>
          <a:xfrm>
            <a:off x="6824133" y="2027918"/>
            <a:ext cx="120226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Prepared the project for </a:t>
            </a:r>
            <a:r>
              <a:rPr lang="en-US" sz="1400" b="1" dirty="0"/>
              <a:t>deployment or client submission</a:t>
            </a:r>
            <a:r>
              <a:rPr lang="en-US" sz="1400" dirty="0"/>
              <a:t>, ensuring proper functionality and responsiveness.</a:t>
            </a:r>
            <a:endParaRPr 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AD659B-A25D-ABA2-D096-546A96319C03}"/>
              </a:ext>
            </a:extLst>
          </p:cNvPr>
          <p:cNvSpPr txBox="1"/>
          <p:nvPr/>
        </p:nvSpPr>
        <p:spPr>
          <a:xfrm>
            <a:off x="8128000" y="2008481"/>
            <a:ext cx="120226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Summarized overall learning from the internship, including project workflow, front-end development practices, and </a:t>
            </a:r>
            <a:r>
              <a:rPr lang="en-US" sz="1400" b="1" dirty="0"/>
              <a:t>final report submission</a:t>
            </a:r>
            <a:r>
              <a:rPr lang="en-US" sz="1400" dirty="0"/>
              <a:t>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11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7120</TotalTime>
  <Words>727</Words>
  <Application>Microsoft Office PowerPoint</Application>
  <PresentationFormat>Widescreen</PresentationFormat>
  <Paragraphs>97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Services &amp; Product Focus</vt:lpstr>
      <vt:lpstr>Organizational Structure &amp; Internship Exposure</vt:lpstr>
      <vt:lpstr>Working domain or the technology</vt:lpstr>
      <vt:lpstr>About your team and reporting Manager</vt:lpstr>
      <vt:lpstr>Challenges Faced in Internship</vt:lpstr>
      <vt:lpstr>Objectives of the work</vt:lpstr>
      <vt:lpstr>Internship Road Map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kavya j</cp:lastModifiedBy>
  <cp:revision>716</cp:revision>
  <dcterms:created xsi:type="dcterms:W3CDTF">2022-10-14T07:18:17Z</dcterms:created>
  <dcterms:modified xsi:type="dcterms:W3CDTF">2026-01-12T09:17:36Z</dcterms:modified>
</cp:coreProperties>
</file>