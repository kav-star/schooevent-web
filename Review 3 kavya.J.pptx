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404" autoAdjust="0"/>
  </p:normalViewPr>
  <p:slideViewPr>
    <p:cSldViewPr snapToGrid="0">
      <p:cViewPr>
        <p:scale>
          <a:sx n="62" d="100"/>
          <a:sy n="62" d="100"/>
        </p:scale>
        <p:origin x="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j" userId="859d0c6b4ba6f43d" providerId="LiveId" clId="{9883D3BD-340C-4A2F-B1B9-FAF0B69901A0}"/>
    <pc:docChg chg="modSld">
      <pc:chgData name="kavya j" userId="859d0c6b4ba6f43d" providerId="LiveId" clId="{9883D3BD-340C-4A2F-B1B9-FAF0B69901A0}" dt="2026-03-03T07:12:41.416" v="3" actId="20577"/>
      <pc:docMkLst>
        <pc:docMk/>
      </pc:docMkLst>
      <pc:sldChg chg="modSp mod">
        <pc:chgData name="kavya j" userId="859d0c6b4ba6f43d" providerId="LiveId" clId="{9883D3BD-340C-4A2F-B1B9-FAF0B69901A0}" dt="2026-03-03T07:12:41.416" v="3" actId="20577"/>
        <pc:sldMkLst>
          <pc:docMk/>
          <pc:sldMk cId="3066724582" sldId="259"/>
        </pc:sldMkLst>
        <pc:graphicFrameChg chg="modGraphic">
          <ac:chgData name="kavya j" userId="859d0c6b4ba6f43d" providerId="LiveId" clId="{9883D3BD-340C-4A2F-B1B9-FAF0B69901A0}" dt="2026-03-03T07:12:41.416" v="3" actId="20577"/>
          <ac:graphicFrameMkLst>
            <pc:docMk/>
            <pc:sldMk cId="3066724582" sldId="259"/>
            <ac:graphicFrameMk id="16" creationId="{A5CF6683-3C25-5EEB-2218-E60DCAACE6B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2E179BCA-E3E8-4755-833E-4828D94F2F5B}">
      <dgm:prSet/>
      <dgm:spPr/>
      <dgm:t>
        <a:bodyPr/>
        <a:lstStyle/>
        <a:p>
          <a:endParaRPr lang="en-US" dirty="0"/>
        </a:p>
      </dgm:t>
    </dgm:pt>
    <dgm:pt modelId="{CA90AC1A-F630-40DE-8549-D19BC2127610}" type="parTrans" cxnId="{0AE70F9F-8D80-4313-8ACC-D043332EC0C1}">
      <dgm:prSet/>
      <dgm:spPr/>
      <dgm:t>
        <a:bodyPr/>
        <a:lstStyle/>
        <a:p>
          <a:endParaRPr lang="en-US"/>
        </a:p>
      </dgm:t>
    </dgm:pt>
    <dgm:pt modelId="{53BADBED-1BF1-47A6-9CE9-A781076458B1}" type="sibTrans" cxnId="{0AE70F9F-8D80-4313-8ACC-D043332EC0C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 custLinFactNeighborX="832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LinFactNeighborX="832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FDDD5D67-012B-4E10-B60E-C4FFADC69A56}" type="presOf" srcId="{2E179BCA-E3E8-4755-833E-4828D94F2F5B}" destId="{1C91D7E3-8940-4A33-9182-677DD5415901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0AE70F9F-8D80-4313-8ACC-D043332EC0C1}" srcId="{988D96B0-D16E-4763-B393-84178CF4FF50}" destId="{2E179BCA-E3E8-4755-833E-4828D94F2F5B}" srcOrd="0" destOrd="0" parTransId="{CA90AC1A-F630-40DE-8549-D19BC2127610}" sibTransId="{53BADBED-1BF1-47A6-9CE9-A781076458B1}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1E9301BB-279B-4021-A1F7-EC86B4146B53}" type="presOf" srcId="{2E179BCA-E3E8-4755-833E-4828D94F2F5B}" destId="{A134CDD1-D85F-44EF-8BEE-9F99A855C1E6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30872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93137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74230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2236495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03/03/2026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5A70FC-228F-4487-8E14-68CAD584041B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3239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5A70FC-228F-4487-8E14-68CAD584041B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8484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5A70FC-228F-4487-8E14-68CAD584041B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341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evonextsoft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v-star/schooevent-web.gi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6FD26B1-01E1-BA90-6486-D52ED904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</p:spPr>
        <p:txBody>
          <a:bodyPr/>
          <a:lstStyle/>
          <a:p>
            <a:fld id="{864BFFB7-4443-4602-A990-B076C1CFE86C}" type="datetime1">
              <a:rPr lang="en-IN" smtClean="0"/>
              <a:pPr/>
              <a:t>03-03-2026</a:t>
            </a:fld>
            <a:endParaRPr lang="en-IN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5C58671C-1250-40A7-DECC-517F9ADF0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32F6845-8F47-4AB8-B9CE-96D88E741707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3" name="Google Shape;90;p13">
            <a:extLst>
              <a:ext uri="{FF2B5EF4-FFF2-40B4-BE49-F238E27FC236}">
                <a16:creationId xmlns:a16="http://schemas.microsoft.com/office/drawing/2014/main" id="{FA356898-CE8F-5D4D-DDB2-3CAA81E3F149}"/>
              </a:ext>
            </a:extLst>
          </p:cNvPr>
          <p:cNvSpPr txBox="1"/>
          <p:nvPr/>
        </p:nvSpPr>
        <p:spPr>
          <a:xfrm>
            <a:off x="7328022" y="1951353"/>
            <a:ext cx="3226886" cy="221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Ms. </a:t>
            </a:r>
            <a:r>
              <a:rPr lang="en-US" sz="1700" b="1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Thabassum</a:t>
            </a:r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Khan</a:t>
            </a:r>
            <a:endParaRPr sz="17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4" name="Google Shape;91;p13">
            <a:extLst>
              <a:ext uri="{FF2B5EF4-FFF2-40B4-BE49-F238E27FC236}">
                <a16:creationId xmlns:a16="http://schemas.microsoft.com/office/drawing/2014/main" id="{38330BDA-98DB-8945-273D-8B25300F591C}"/>
              </a:ext>
            </a:extLst>
          </p:cNvPr>
          <p:cNvSpPr txBox="1"/>
          <p:nvPr/>
        </p:nvSpPr>
        <p:spPr>
          <a:xfrm>
            <a:off x="209574" y="435356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Science Technology(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Big data)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Ms. Nisha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B122FB7-8C12-93B9-E3BF-71F1E02F1760}"/>
              </a:ext>
            </a:extLst>
          </p:cNvPr>
          <p:cNvSpPr txBox="1">
            <a:spLocks/>
          </p:cNvSpPr>
          <p:nvPr/>
        </p:nvSpPr>
        <p:spPr>
          <a:xfrm>
            <a:off x="891363" y="353913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/>
              <a:t>Design and Development of a React-Based Front-End Web Application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CF6683-3C25-5EEB-2218-E60DCAACE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554340"/>
              </p:ext>
            </p:extLst>
          </p:nvPr>
        </p:nvGraphicFramePr>
        <p:xfrm>
          <a:off x="655072" y="2135159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KAVYA 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20221CBD0021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8CBD1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Revonextsoft</a:t>
            </a:r>
            <a:r>
              <a:rPr lang="en-US" b="1" dirty="0"/>
              <a:t> – A Revolution in Next Generation Software Development</a:t>
            </a:r>
            <a:endParaRPr lang="en-US" dirty="0"/>
          </a:p>
          <a:p>
            <a:r>
              <a:rPr lang="en-US" dirty="0" err="1"/>
              <a:t>Revonextsoft</a:t>
            </a:r>
            <a:r>
              <a:rPr lang="en-US" dirty="0"/>
              <a:t> is a technology-driven software company focused on delivering innovative, scalable, and future-ready digital solutions.</a:t>
            </a:r>
          </a:p>
          <a:p>
            <a:r>
              <a:rPr lang="en-US" dirty="0"/>
              <a:t>The company specializes in helping businesses transform their ideas into powerful software products.</a:t>
            </a:r>
          </a:p>
          <a:p>
            <a:r>
              <a:rPr lang="en-US" dirty="0"/>
              <a:t>With a strong focus on quality, performance, and client satisfaction, </a:t>
            </a:r>
            <a:r>
              <a:rPr lang="en-US" dirty="0" err="1"/>
              <a:t>Revonextsoft</a:t>
            </a:r>
            <a:r>
              <a:rPr lang="en-US" dirty="0"/>
              <a:t> partners with organizations across industries to drive digital growth.</a:t>
            </a:r>
          </a:p>
          <a:p>
            <a:r>
              <a:rPr lang="en-US" dirty="0"/>
              <a:t>🌐 Website: </a:t>
            </a:r>
            <a:r>
              <a:rPr lang="en-US" dirty="0">
                <a:hlinkClick r:id="rId2"/>
              </a:rPr>
              <a:t>https://revonextsoft.com/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b="1" dirty="0"/>
              <a:t>Domain:</a:t>
            </a:r>
            <a:r>
              <a:rPr lang="en-US" dirty="0"/>
              <a:t> Front-End Development</a:t>
            </a:r>
          </a:p>
          <a:p>
            <a:r>
              <a:rPr lang="en-US" b="1" dirty="0"/>
              <a:t>Technology:</a:t>
            </a:r>
            <a:r>
              <a:rPr lang="en-US" dirty="0"/>
              <a:t> HTML, CSS, React.js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During the internship, the focus was on understanding system requirements and designing a user-friendly children’s event management website, followed by implementing a React-based static front end using a component-based approach for scalability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184366"/>
            <a:ext cx="11353800" cy="43945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Reporting Manager</a:t>
            </a:r>
            <a:br>
              <a:rPr lang="en-US" dirty="0"/>
            </a:br>
            <a:r>
              <a:rPr lang="en-US" dirty="0"/>
              <a:t>We reported to </a:t>
            </a:r>
            <a:r>
              <a:rPr lang="en-US" b="1" dirty="0"/>
              <a:t>Mr. Jebin M</a:t>
            </a:r>
            <a:r>
              <a:rPr lang="en-US" dirty="0"/>
              <a:t>, a senior employee specializing in full-stack web development, who assigned tasks and guided us throughout the internship.</a:t>
            </a:r>
          </a:p>
          <a:p>
            <a:r>
              <a:rPr lang="en-US" b="1" dirty="0"/>
              <a:t>Guidance &amp; Support</a:t>
            </a:r>
            <a:br>
              <a:rPr lang="en-US" dirty="0"/>
            </a:br>
            <a:r>
              <a:rPr lang="en-US" dirty="0"/>
              <a:t>He provided continuous mentoring, reviewed our work, and helped us improve our technical and design skills.</a:t>
            </a:r>
          </a:p>
          <a:p>
            <a:r>
              <a:rPr lang="en-US" b="1" dirty="0"/>
              <a:t>Team Structure</a:t>
            </a:r>
            <a:br>
              <a:rPr lang="en-US" dirty="0"/>
            </a:br>
            <a:r>
              <a:rPr lang="en-US" dirty="0"/>
              <a:t>We worked as a team under his supervision, collaborating closely to complete assigned tasks efficiently.</a:t>
            </a:r>
          </a:p>
          <a:p>
            <a:r>
              <a:rPr lang="en-US" b="1" dirty="0"/>
              <a:t>Confidentiality</a:t>
            </a:r>
            <a:br>
              <a:rPr lang="en-US" dirty="0"/>
            </a:br>
            <a:r>
              <a:rPr lang="en-US" dirty="0"/>
              <a:t>Due to company confidentiality policies, specific team member names and detailed project information cannot be disclosed.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444" y="1216338"/>
            <a:ext cx="11203112" cy="442532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Team Coordination</a:t>
            </a:r>
            <a:br>
              <a:rPr lang="en-US" dirty="0"/>
            </a:br>
            <a:r>
              <a:rPr lang="en-US" dirty="0"/>
              <a:t>Working in a team of five members took time to adjust to communication and collaboration.</a:t>
            </a:r>
          </a:p>
          <a:p>
            <a:r>
              <a:rPr lang="en-US" b="1" dirty="0"/>
              <a:t>Design Expectations &amp; Rework</a:t>
            </a:r>
            <a:br>
              <a:rPr lang="en-US" dirty="0"/>
            </a:br>
            <a:r>
              <a:rPr lang="en-US" dirty="0"/>
              <a:t>The mentor had high design expectations, leading to multiple revisions in the React static website project.</a:t>
            </a:r>
          </a:p>
          <a:p>
            <a:r>
              <a:rPr lang="en-US" b="1" dirty="0"/>
              <a:t>Lack of Version Control (Git)</a:t>
            </a:r>
            <a:br>
              <a:rPr lang="en-US" dirty="0"/>
            </a:br>
            <a:r>
              <a:rPr lang="en-US" dirty="0"/>
              <a:t>Not using Git initially made it difficult to track changes, and sharing code via WhatsApp was unorganized.</a:t>
            </a:r>
          </a:p>
          <a:p>
            <a:r>
              <a:rPr lang="en-US" b="1" dirty="0"/>
              <a:t>Research &amp; Requirement Understanding</a:t>
            </a:r>
            <a:br>
              <a:rPr lang="en-US" dirty="0"/>
            </a:br>
            <a:r>
              <a:rPr lang="en-US" dirty="0"/>
              <a:t>Searching online resources and aligning the project with company requirements was challenging.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To design and develop a </a:t>
            </a:r>
            <a:r>
              <a:rPr lang="en-US" altLang="en-US" b="1" dirty="0"/>
              <a:t>complete static website using React</a:t>
            </a:r>
            <a:r>
              <a:rPr lang="en-US" altLang="en-US" dirty="0"/>
              <a:t> for an event management platform.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The website is focused on </a:t>
            </a:r>
            <a:r>
              <a:rPr lang="en-US" altLang="en-US" b="1" dirty="0"/>
              <a:t>children’s events</a:t>
            </a:r>
            <a:r>
              <a:rPr lang="en-US" altLang="en-US" dirty="0"/>
              <a:t>, which can be accessed by </a:t>
            </a:r>
            <a:r>
              <a:rPr lang="en-US" altLang="en-US" b="1" dirty="0"/>
              <a:t>parents and schools</a:t>
            </a:r>
            <a:r>
              <a:rPr lang="en-US" altLang="en-US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To act as a </a:t>
            </a:r>
            <a:r>
              <a:rPr lang="en-US" altLang="en-US" b="1" dirty="0"/>
              <a:t>mediator between event-organizing companies and parents</a:t>
            </a:r>
            <a:r>
              <a:rPr lang="en-US" altLang="en-US" dirty="0"/>
              <a:t>, making event discovery easier.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To allow parents to </a:t>
            </a:r>
            <a:r>
              <a:rPr lang="en-US" altLang="en-US" b="1" dirty="0"/>
              <a:t>find and register children for events</a:t>
            </a:r>
            <a:r>
              <a:rPr lang="en-US" altLang="en-US" dirty="0"/>
              <a:t> without manually searching for each event (similar to Olympiad registrations).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To create a </a:t>
            </a:r>
            <a:r>
              <a:rPr lang="en-US" altLang="en-US" b="1" dirty="0"/>
              <a:t>user-friendly and informative interface</a:t>
            </a:r>
            <a:r>
              <a:rPr lang="en-US" altLang="en-US" dirty="0"/>
              <a:t> for the platform named </a:t>
            </a:r>
            <a:r>
              <a:rPr lang="en-US" altLang="en-US" b="1" dirty="0" err="1"/>
              <a:t>SchoolEvents</a:t>
            </a:r>
            <a:r>
              <a:rPr lang="en-US" alt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Reviewed existing </a:t>
            </a:r>
            <a:r>
              <a:rPr lang="en-US" altLang="en-US" b="1" dirty="0"/>
              <a:t>event management and registration websites</a:t>
            </a:r>
            <a:r>
              <a:rPr lang="en-US" altLang="en-US" dirty="0"/>
              <a:t> used for children’s activities and competitions.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Studied </a:t>
            </a:r>
            <a:r>
              <a:rPr lang="en-US" altLang="en-US" b="1" dirty="0"/>
              <a:t>static and dynamic React-based websites</a:t>
            </a:r>
            <a:r>
              <a:rPr lang="en-US" altLang="en-US" dirty="0"/>
              <a:t> to understand layout structure and component usage.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Analyzed platforms similar to </a:t>
            </a:r>
            <a:r>
              <a:rPr lang="en-US" altLang="en-US" b="1" dirty="0"/>
              <a:t>Olympiad and school event registration systems</a:t>
            </a:r>
            <a:r>
              <a:rPr lang="en-US" altLang="en-US" dirty="0"/>
              <a:t> to understand user flow.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Referred to </a:t>
            </a:r>
            <a:r>
              <a:rPr lang="en-US" altLang="en-US" b="1" dirty="0"/>
              <a:t>online resources, tutorials, and documentation</a:t>
            </a:r>
            <a:r>
              <a:rPr lang="en-US" altLang="en-US" dirty="0"/>
              <a:t> for React UI design and best practices.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Identified key features such as </a:t>
            </a:r>
            <a:r>
              <a:rPr lang="en-US" altLang="en-US" b="1" dirty="0"/>
              <a:t>easy navigation, clear event listing, and user-friendly design</a:t>
            </a:r>
            <a:r>
              <a:rPr lang="en-US" altLang="en-US" dirty="0"/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React-based static website</a:t>
            </a:r>
            <a:r>
              <a:rPr lang="en-US" dirty="0"/>
              <a:t> is proposed for a children’s event management platform named </a:t>
            </a:r>
            <a:r>
              <a:rPr lang="en-US" b="1" dirty="0" err="1"/>
              <a:t>SchoolEvents</a:t>
            </a:r>
            <a:r>
              <a:rPr lang="en-US" dirty="0"/>
              <a:t>.</a:t>
            </a:r>
          </a:p>
          <a:p>
            <a:r>
              <a:rPr lang="en-US" dirty="0"/>
              <a:t>The system provides a </a:t>
            </a:r>
            <a:r>
              <a:rPr lang="en-US" b="1" dirty="0"/>
              <a:t>centralized platform</a:t>
            </a:r>
            <a:r>
              <a:rPr lang="en-US" dirty="0"/>
              <a:t> where parents and schools can view available events in one place.</a:t>
            </a:r>
          </a:p>
          <a:p>
            <a:r>
              <a:rPr lang="en-US" dirty="0"/>
              <a:t>It acts as a </a:t>
            </a:r>
            <a:r>
              <a:rPr lang="en-US" b="1" dirty="0"/>
              <a:t>bridge between event organizers and parents</a:t>
            </a:r>
            <a:r>
              <a:rPr lang="en-US" dirty="0"/>
              <a:t>, reducing the need for manual event searching.</a:t>
            </a:r>
          </a:p>
          <a:p>
            <a:r>
              <a:rPr lang="en-US" dirty="0"/>
              <a:t>The website displays </a:t>
            </a:r>
            <a:r>
              <a:rPr lang="en-US" b="1" dirty="0"/>
              <a:t>event details, categories, and basic registration information</a:t>
            </a:r>
            <a:r>
              <a:rPr lang="en-US" dirty="0"/>
              <a:t> in a user-friendly manner.</a:t>
            </a:r>
          </a:p>
          <a:p>
            <a:r>
              <a:rPr lang="en-US" dirty="0"/>
              <a:t>The focus is on </a:t>
            </a:r>
            <a:r>
              <a:rPr lang="en-US" b="1" dirty="0"/>
              <a:t>simple design, easy navigation, and responsive layout</a:t>
            </a:r>
            <a:r>
              <a:rPr lang="en-US" dirty="0"/>
              <a:t> for better user experience.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There is no centralized platform for accessing information about children’s events, resulting in fragmented and time-consuming event discovery. Parents and schools must manually search and register for multiple events across different sources. This creates a need for a unified, user-friendly system to simplify event listing and participation.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648308" cy="441504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Operating System</a:t>
            </a:r>
            <a:br>
              <a:rPr lang="en-US" dirty="0"/>
            </a:br>
            <a:r>
              <a:rPr lang="en-US" dirty="0"/>
              <a:t>Any modern operating system such as Windows, macOS, or Linux is required.</a:t>
            </a:r>
          </a:p>
          <a:p>
            <a:r>
              <a:rPr lang="en-US" b="1" dirty="0"/>
              <a:t>Web Browser</a:t>
            </a:r>
            <a:br>
              <a:rPr lang="en-US" dirty="0"/>
            </a:br>
            <a:r>
              <a:rPr lang="en-US" dirty="0"/>
              <a:t>Latest browsers like Google Chrome or Microsoft Edge are used for testing and viewing.</a:t>
            </a:r>
          </a:p>
          <a:p>
            <a:r>
              <a:rPr lang="en-US" b="1" dirty="0"/>
              <a:t>Frontend Framework</a:t>
            </a:r>
            <a:br>
              <a:rPr lang="en-US" dirty="0"/>
            </a:br>
            <a:r>
              <a:rPr lang="en-US" dirty="0"/>
              <a:t>React.js with </a:t>
            </a:r>
            <a:r>
              <a:rPr lang="en-US" b="1" dirty="0"/>
              <a:t>Vite</a:t>
            </a:r>
            <a:r>
              <a:rPr lang="en-US" dirty="0"/>
              <a:t> is used for fast, efficient development and project bundling.</a:t>
            </a:r>
          </a:p>
          <a:p>
            <a:r>
              <a:rPr lang="en-US" b="1" dirty="0"/>
              <a:t>Hardware Requirements</a:t>
            </a:r>
            <a:br>
              <a:rPr lang="en-US" dirty="0"/>
            </a:br>
            <a:r>
              <a:rPr lang="en-US" dirty="0"/>
              <a:t>Minimum 4 GB RAM and a standard processor are sufficient for development.</a:t>
            </a:r>
          </a:p>
          <a:p>
            <a:endParaRPr lang="en-IN" dirty="0"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1429144" cy="4651354"/>
          </a:xfrm>
        </p:spPr>
        <p:txBody>
          <a:bodyPr>
            <a:normAutofit/>
          </a:bodyPr>
          <a:lstStyle/>
          <a:p>
            <a:r>
              <a:rPr lang="en-US" b="1" dirty="0"/>
              <a:t>Centralized Event Information</a:t>
            </a:r>
            <a:br>
              <a:rPr lang="en-US" dirty="0"/>
            </a:br>
            <a:r>
              <a:rPr lang="en-US" dirty="0"/>
              <a:t>Provides a single platform to view all children’s events in one place.</a:t>
            </a:r>
          </a:p>
          <a:p>
            <a:r>
              <a:rPr lang="en-US" b="1" dirty="0"/>
              <a:t>Time-Saving</a:t>
            </a:r>
            <a:br>
              <a:rPr lang="en-US" dirty="0"/>
            </a:br>
            <a:r>
              <a:rPr lang="en-US" dirty="0"/>
              <a:t>Reduces the need for parents and schools to manually search for events.</a:t>
            </a:r>
          </a:p>
          <a:p>
            <a:r>
              <a:rPr lang="en-US" b="1" dirty="0"/>
              <a:t>User-Friendly Interface</a:t>
            </a:r>
            <a:br>
              <a:rPr lang="en-US" dirty="0"/>
            </a:br>
            <a:r>
              <a:rPr lang="en-US" dirty="0"/>
              <a:t>Simple and clear design makes navigation easy for all users.</a:t>
            </a:r>
          </a:p>
          <a:p>
            <a:r>
              <a:rPr lang="en-US" b="1" dirty="0"/>
              <a:t>Better Communication</a:t>
            </a:r>
            <a:br>
              <a:rPr lang="en-US" dirty="0"/>
            </a:br>
            <a:r>
              <a:rPr lang="en-US" dirty="0"/>
              <a:t>Acts as a bridge between event organizers and parents/schools.</a:t>
            </a:r>
          </a:p>
          <a:p>
            <a:r>
              <a:rPr lang="en-US" b="1" dirty="0"/>
              <a:t>Improved Accessibility</a:t>
            </a:r>
            <a:br>
              <a:rPr lang="en-US" dirty="0"/>
            </a:br>
            <a:r>
              <a:rPr lang="en-US" dirty="0"/>
              <a:t>Events can be accessed anytime through a web browser.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EA3BE3-E8B8-E66D-9380-5B504AB7B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445" y="1038546"/>
            <a:ext cx="8188503" cy="478090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434" y="1184366"/>
            <a:ext cx="10922285" cy="453834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Project Setup</a:t>
            </a:r>
            <a:r>
              <a:rPr lang="en-US" dirty="0"/>
              <a:t> – Initialized the project using React with Vite for fast development.</a:t>
            </a:r>
            <a:br>
              <a:rPr lang="en-US" dirty="0"/>
            </a:br>
            <a:r>
              <a:rPr lang="en-US" dirty="0"/>
              <a:t>Installed all required dependencies and configured the basic folder structure.</a:t>
            </a:r>
          </a:p>
          <a:p>
            <a:r>
              <a:rPr lang="en-US" b="1" dirty="0"/>
              <a:t>UI Development</a:t>
            </a:r>
            <a:r>
              <a:rPr lang="en-US" dirty="0"/>
              <a:t> – Designed Home, Events, and Chatbot pages using reusable components.</a:t>
            </a:r>
            <a:br>
              <a:rPr lang="en-US" dirty="0"/>
            </a:br>
            <a:r>
              <a:rPr lang="en-US" dirty="0"/>
              <a:t>Ensured a clean layout and responsive design using CSS.</a:t>
            </a:r>
          </a:p>
          <a:p>
            <a:r>
              <a:rPr lang="en-US" b="1" dirty="0"/>
              <a:t>Routing &amp; State</a:t>
            </a:r>
            <a:r>
              <a:rPr lang="en-US" dirty="0"/>
              <a:t> – Implemented navigation using React Router for smooth page transitions.</a:t>
            </a:r>
            <a:br>
              <a:rPr lang="en-US" dirty="0"/>
            </a:br>
            <a:r>
              <a:rPr lang="en-US" dirty="0"/>
              <a:t>Managed application data and chatbot messages using React Hooks.</a:t>
            </a:r>
          </a:p>
          <a:p>
            <a:r>
              <a:rPr lang="en-US" b="1" dirty="0"/>
              <a:t>Chatbot API Integration</a:t>
            </a:r>
            <a:r>
              <a:rPr lang="en-US" dirty="0"/>
              <a:t> – Connected the frontend with the chatbot API using POST requests.</a:t>
            </a:r>
            <a:br>
              <a:rPr lang="en-US" dirty="0"/>
            </a:br>
            <a:r>
              <a:rPr lang="en-US" dirty="0"/>
              <a:t>Displayed dynamic responses based on user input.</a:t>
            </a:r>
          </a:p>
          <a:p>
            <a:r>
              <a:rPr lang="en-US" b="1" dirty="0"/>
              <a:t>Testing &amp; Deployment</a:t>
            </a:r>
            <a:r>
              <a:rPr lang="en-US" dirty="0"/>
              <a:t> – Tested the application using browser developer tools and fixed errors.</a:t>
            </a:r>
            <a:br>
              <a:rPr lang="en-US" dirty="0"/>
            </a:br>
            <a:r>
              <a:rPr lang="en-US" dirty="0"/>
              <a:t>Pushed the code to GitHub and deployed the application online.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48220-48B9-5346-7D5F-F5D4821FC9C2}"/>
              </a:ext>
            </a:extLst>
          </p:cNvPr>
          <p:cNvSpPr txBox="1"/>
          <p:nvPr/>
        </p:nvSpPr>
        <p:spPr>
          <a:xfrm>
            <a:off x="2902688" y="1976996"/>
            <a:ext cx="12121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to the company, project requirements, and basics of React with Vite.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5090D-2289-A9E0-1BA3-BC1AE55EBA3F}"/>
              </a:ext>
            </a:extLst>
          </p:cNvPr>
          <p:cNvSpPr txBox="1"/>
          <p:nvPr/>
        </p:nvSpPr>
        <p:spPr>
          <a:xfrm>
            <a:off x="4235303" y="1976996"/>
            <a:ext cx="13999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Improved UI planning skills and developed reusable React components with basic styling.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C464F7-8465-AD32-2386-10F50E6F669F}"/>
              </a:ext>
            </a:extLst>
          </p:cNvPr>
          <p:cNvSpPr txBox="1"/>
          <p:nvPr/>
        </p:nvSpPr>
        <p:spPr>
          <a:xfrm>
            <a:off x="5521840" y="1976996"/>
            <a:ext cx="13999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Enhanced frontend skills by building multi-page improving design consistency,  component reusability.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28259-084B-ABB2-5289-F2CA0D25697D}"/>
              </a:ext>
            </a:extLst>
          </p:cNvPr>
          <p:cNvSpPr txBox="1"/>
          <p:nvPr/>
        </p:nvSpPr>
        <p:spPr>
          <a:xfrm>
            <a:off x="6808378" y="1997839"/>
            <a:ext cx="12936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Strengthened frontend development through UI refinement, responsiveness, and code optimization.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721FDF-DA3A-C79E-C6E6-681A1F99199E}"/>
              </a:ext>
            </a:extLst>
          </p:cNvPr>
          <p:cNvSpPr txBox="1"/>
          <p:nvPr/>
        </p:nvSpPr>
        <p:spPr>
          <a:xfrm>
            <a:off x="8094915" y="1976996"/>
            <a:ext cx="12936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Gained hands-on experience in frontend development by working on multiple React projects and real-time tasks.</a:t>
            </a:r>
          </a:p>
        </p:txBody>
      </p:sp>
    </p:spTree>
    <p:extLst>
      <p:ext uri="{BB962C8B-B14F-4D97-AF65-F5344CB8AC3E}">
        <p14:creationId xmlns:p14="http://schemas.microsoft.com/office/powerpoint/2010/main" val="123949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GIT-HUB LINK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https://github.com/kav-star/schooevent-web.git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7094</TotalTime>
  <Words>1215</Words>
  <Application>Microsoft Office PowerPoint</Application>
  <PresentationFormat>Widescreen</PresentationFormat>
  <Paragraphs>131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kavya j</cp:lastModifiedBy>
  <cp:revision>721</cp:revision>
  <dcterms:created xsi:type="dcterms:W3CDTF">2022-10-14T07:18:17Z</dcterms:created>
  <dcterms:modified xsi:type="dcterms:W3CDTF">2026-03-03T07:12:45Z</dcterms:modified>
</cp:coreProperties>
</file>